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1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52190" y="731520"/>
            <a:ext cx="5486400" cy="5394960"/>
          </a:xfrm>
          <a:prstGeom prst="roundRect">
            <a:avLst/>
          </a:prstGeom>
          <a:solidFill>
            <a:srgbClr val="FFFAF2"/>
          </a:solidFill>
          <a:ln w="19050">
            <a:solidFill>
              <a:srgbClr val="B88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0" y="1097280"/>
            <a:ext cx="52422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2143F"/>
                </a:solidFill>
                <a:latin typeface="Georgia"/>
              </a:defRPr>
            </a:pPr>
            <a:r>
              <a:t>TEM LADIES NA FAVELA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554480"/>
            <a:ext cx="52422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i="1">
                <a:solidFill>
                  <a:srgbClr val="32143F"/>
                </a:solidFill>
                <a:latin typeface="Georgia"/>
              </a:defRPr>
            </a:pPr>
            <a:r>
              <a:t>Uma carta para você</a:t>
            </a:r>
          </a:p>
          <a:p>
            <a:pPr algn="ctr">
              <a:defRPr sz="1100" b="1">
                <a:solidFill>
                  <a:srgbClr val="C96832"/>
                </a:solidFill>
                <a:latin typeface="Georgia"/>
              </a:defRPr>
            </a:pPr>
            <a:r>
              <a:t>TEM LADIES EXPERIENCE · 3ª EDIÇÃO</a:t>
            </a:r>
          </a:p>
        </p:txBody>
      </p:sp>
      <p:pic>
        <p:nvPicPr>
          <p:cNvPr id="6" name="Picture 5" descr="Adesiv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990" y="2926080"/>
            <a:ext cx="1828800" cy="13982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74720" y="4846320"/>
            <a:ext cx="52422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C96832"/>
                </a:solidFill>
                <a:latin typeface="Georgia"/>
              </a:defRPr>
            </a:pPr>
            <a:r>
              <a:t>“Eu também preciso de mim.”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6217920"/>
            <a:ext cx="52422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7EFE3"/>
                </a:solidFill>
                <a:latin typeface="Georgia"/>
              </a:defRPr>
            </a:pPr>
            <a:r>
              <a:t>Swipe / Clique para ler o convite 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1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457200"/>
            <a:ext cx="9448495" cy="5943600"/>
          </a:xfrm>
          <a:prstGeom prst="rect">
            <a:avLst/>
          </a:prstGeom>
          <a:solidFill>
            <a:srgbClr val="FFFAF2"/>
          </a:solidFill>
          <a:ln w="12700">
            <a:solidFill>
              <a:srgbClr val="B88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desiv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9590" y="640080"/>
            <a:ext cx="1371600" cy="1048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2011680"/>
            <a:ext cx="8534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39263D"/>
                </a:solidFill>
                <a:latin typeface="Georgia"/>
              </a:defRPr>
            </a:pPr>
            <a:r>
              <a:t>Querida,</a:t>
            </a:r>
          </a:p>
          <a:p>
            <a:pPr>
              <a:spcAft>
                <a:spcPts val="1000"/>
              </a:spcAft>
              <a:defRPr sz="1400" b="0">
                <a:solidFill>
                  <a:srgbClr val="39263D"/>
                </a:solidFill>
                <a:latin typeface="Georgia"/>
              </a:defRPr>
            </a:pPr>
            <a:r>
              <a:t>Existe uma mulher que está sempre cuidando. Cuida da casa, dos filhos, do trabalho, dos sonhos, da família, dos outros… Resolve, acolhe, aconselha, empreende, corre, entrega.</a:t>
            </a:r>
          </a:p>
          <a:p>
            <a:pPr>
              <a:spcAft>
                <a:spcPts val="1000"/>
              </a:spcAft>
              <a:defRPr sz="1400" b="1">
                <a:solidFill>
                  <a:srgbClr val="32143F"/>
                </a:solidFill>
                <a:latin typeface="Georgia"/>
              </a:defRPr>
            </a:pPr>
            <a:r>
              <a:t>E, no meio de tudo isso, muitas vezes deixa para depois uma pessoa muito importante: ELA MESMA.</a:t>
            </a:r>
          </a:p>
          <a:p>
            <a:pPr>
              <a:spcAft>
                <a:spcPts val="1000"/>
              </a:spcAft>
              <a:defRPr sz="1400" b="0">
                <a:solidFill>
                  <a:srgbClr val="39263D"/>
                </a:solidFill>
                <a:latin typeface="Georgia"/>
              </a:defRPr>
            </a:pPr>
            <a:r>
              <a:t>Por isso, esta carta chegou até você. Você foi convidada para viver uma tarde pensada especialmente para lembrar que você também merece cuidado, beleza, presença, prazer e descanso.</a:t>
            </a:r>
          </a:p>
          <a:p>
            <a:pPr>
              <a:spcAft>
                <a:spcPts val="1000"/>
              </a:spcAft>
              <a:defRPr sz="1400" b="0">
                <a:solidFill>
                  <a:srgbClr val="39263D"/>
                </a:solidFill>
                <a:latin typeface="Georgia"/>
              </a:defRPr>
            </a:pPr>
            <a:r>
              <a:t>No dia 17 de outubro, a gente vai desacelerar. Vamos conversar, sentir, rir, trocar experiências, nos olhar com mais carinho e permitir que, por algumas horas, o mundo espere.</a:t>
            </a:r>
          </a:p>
          <a:p>
            <a:pPr>
              <a:spcAft>
                <a:spcPts val="1000"/>
              </a:spcAft>
              <a:defRPr sz="1500" b="1">
                <a:solidFill>
                  <a:srgbClr val="C96832"/>
                </a:solidFill>
                <a:latin typeface="Georgia"/>
              </a:defRPr>
            </a:pPr>
            <a:r>
              <a:t>✨ Uma experiência íntima, afetiva e sensorial: Se ver · Se escutar · Se acolher · Se permitir · E se escolher.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1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457200"/>
            <a:ext cx="9448495" cy="5943600"/>
          </a:xfrm>
          <a:prstGeom prst="rect">
            <a:avLst/>
          </a:prstGeom>
          <a:solidFill>
            <a:srgbClr val="FFFAF2"/>
          </a:solidFill>
          <a:ln w="12700">
            <a:solidFill>
              <a:srgbClr val="B88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73152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2143F"/>
                </a:solidFill>
                <a:latin typeface="Georgia"/>
              </a:defRPr>
            </a:pPr>
            <a:r>
              <a:t>Tudo isso porque acreditamos que luxo também é sentir-se cuidada, ser lembrada e perceber que cada detalhe daquele momento foi pensado especialmente para você.</a:t>
            </a:r>
          </a:p>
          <a:p>
            <a:pPr algn="ctr">
              <a:spcBef>
                <a:spcPts val="1000"/>
              </a:spcBef>
              <a:defRPr sz="1600" i="1">
                <a:solidFill>
                  <a:srgbClr val="C96832"/>
                </a:solidFill>
                <a:latin typeface="Georgia"/>
              </a:defRPr>
            </a:pPr>
            <a:r>
              <a:t>Quando foi a última vez que você fez algo simplesmente por você? Talvez seja agora.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94990" y="2377440"/>
            <a:ext cx="6400800" cy="2011680"/>
          </a:xfrm>
          <a:prstGeom prst="roundRect">
            <a:avLst/>
          </a:prstGeom>
          <a:solidFill>
            <a:srgbClr val="32143F"/>
          </a:solidFill>
          <a:ln w="19050">
            <a:solidFill>
              <a:srgbClr val="B88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0" y="2468880"/>
            <a:ext cx="6156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7EFE3"/>
                </a:solidFill>
                <a:latin typeface="Georgia"/>
              </a:defRPr>
            </a:pPr>
            <a:r>
              <a:t>TEM LADIES EXPERIENCE — 3ª EDIÇÃO</a:t>
            </a:r>
          </a:p>
          <a:p>
            <a:pPr algn="ctr">
              <a:spcBef>
                <a:spcPts val="1200"/>
              </a:spcBef>
              <a:defRPr sz="1400">
                <a:solidFill>
                  <a:srgbClr val="FFFAF2"/>
                </a:solidFill>
                <a:latin typeface="Georgia"/>
              </a:defRPr>
            </a:pPr>
            <a:r>
              <a:t>📅 17 DE OUTUBRO DE 2026   |   🕓 A PARTIR DAS 16H</a:t>
            </a:r>
            <a:br/>
            <a:r>
              <a:t>📍 Local informado no convite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75488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39263D"/>
                </a:solidFill>
                <a:latin typeface="Georgia"/>
              </a:defRPr>
            </a:pPr>
            <a:r>
              <a:t>Com carinho,</a:t>
            </a:r>
          </a:p>
          <a:p>
            <a:pPr>
              <a:defRPr sz="2200" b="1">
                <a:solidFill>
                  <a:srgbClr val="32143F"/>
                </a:solidFill>
                <a:latin typeface="Georgia"/>
              </a:defRPr>
            </a:pPr>
            <a:r>
              <a:t>Leidi Mendes</a:t>
            </a:r>
          </a:p>
          <a:p>
            <a:pPr>
              <a:defRPr sz="1300">
                <a:solidFill>
                  <a:srgbClr val="39263D"/>
                </a:solidFill>
                <a:latin typeface="Georgia"/>
              </a:defRPr>
            </a:pPr>
            <a:r>
              <a:t>Tem Ladies na Favela</a:t>
            </a:r>
          </a:p>
        </p:txBody>
      </p:sp>
      <p:pic>
        <p:nvPicPr>
          <p:cNvPr id="8" name="Picture 7" descr="Adesiv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572000"/>
            <a:ext cx="1645920" cy="12583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